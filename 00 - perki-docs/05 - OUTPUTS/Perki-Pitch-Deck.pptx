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8"/>
    <p:sldId id="263" r:id="rId9"/>
    <p:sldId id="264" r:id="rId10"/>
    <p:sldId id="271" r:id="rId22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hyperlink" Target="https://perki-app.vercel.app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331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Perki</a:t>
            </a:r>
            <a:endParaRPr lang="en-US" sz="6400" dirty="0"/>
          </a:p>
        </p:txBody>
      </p:sp>
      <p:sp>
        <p:nvSpPr>
          <p:cNvPr id="4" name="Text 1"/>
          <p:cNvSpPr/>
          <p:nvPr/>
        </p:nvSpPr>
        <p:spPr>
          <a:xfrm>
            <a:off x="868680" y="345643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0A9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value you already pay for. Finally in one place.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868680" y="4160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EFEAFB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personal inventory of every perk hidden inside your subscriptions and memberships, across every provider.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FEAFB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Investor overview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People pay for plenty. They use a fraction.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182880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Subscriptions have piled up. The perks inside them sit unused, buried in apps and forgotten emails. People pay full price and leave the extras on the table.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949440" y="1874520"/>
            <a:ext cx="45720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7132320" y="1984248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£786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9464040" y="203911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average UK household spends on subscriptions a year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49440" y="3355848"/>
            <a:ext cx="45720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132320" y="3465576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 in 5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9464040" y="352044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pay for something they barely use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949440" y="4837176"/>
            <a:ext cx="45720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132320" y="4946904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Most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9464040" y="5001768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never claim the perks they are owed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Source: Aqua / Barclays UK subscription studies, 2025.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bill is rising, and so is the waste.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201168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097280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+57%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1097280" y="3337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growth in household subscription spend in three years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44568" y="201168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818888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£1.6bn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4818888" y="3337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lost a year to forgotten subscriptions, double 2019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266176" y="201168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540496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£688m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8540496" y="3337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wasted a year on subscriptions people do not use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2960" y="4800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B2A6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Shoppers watch every pound. Nobody shows them the value they already own. That gap is Perki.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Sources: Citizens Advice; Aqua / Barclays, 2025.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A9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19456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Everyone helps you cancel.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We help you cash in.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FEAFB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market is full of tools that find subscriptions to cut. Perki does the opposite. It shows you the perks you already pay for, so your money finally works.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FEAFB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12000"/>
            <a:ext cx="10515600" cy="9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clean inventory of everything you own and are owed.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233172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143000" y="255117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Everything in one place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43000" y="30449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Features, perks, discounts and competitions across all your providers.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355080" y="233172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675120" y="255117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Tier-aware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675120" y="30449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We show what is actually yours, matched to your exact plan.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411480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14300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Never miss one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1143000" y="482803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Reminders before perks reset or expire, by email (weekly or daily) and app notifications.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55080" y="411480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6751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Read-only and private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6675120" y="482803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Perki shows you value. It never moves or touches your money.</a:t>
            </a:r>
            <a:endParaRPr lang="en-US" sz="1400" dirty="0"/>
          </a:p>
        </p:txBody>
      </p:sp>
      <p:sp>
        <p:nvSpPr>
          <p:cNvPr id="50" name="Statement"/>
          <p:cNvSpPr/>
          <p:nvPr/>
        </p:nvSpPr>
        <p:spPr>
          <a:xfrm>
            <a:off x="822960" y="1904000"/>
            <a:ext cx="10515600" cy="384000"/>
          </a:xfrm>
          <a:prstGeom prst="roundRect">
            <a:avLst>
              <a:gd name="adj" fmla="val 16667"/>
            </a:avLst>
          </a:prstGeom>
          <a:solidFill>
            <a:srgbClr val="F7ECD4"/>
          </a:solidFill>
          <a:ln w="12700">
            <a:solidFill>
              <a:srgbClr val="E0A93B"/>
            </a:solidFill>
          </a:ln>
        </p:spPr>
        <p:txBody>
          <a:bodyPr wrap="square" lIns="182880" tIns="0" rIns="9144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Perki is not an AI bot. It's an engagement driver.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Three taps to everything you are owed.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219456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115568" y="2468880"/>
            <a:ext cx="640080" cy="640080"/>
          </a:xfrm>
          <a:prstGeom prst="ellipse">
            <a:avLst/>
          </a:prstGeom>
          <a:solidFill>
            <a:srgbClr val="F7ECD4"/>
          </a:solidFill>
          <a:ln w="12700">
            <a:solidFill>
              <a:srgbClr val="E0A93B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115568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115568" y="32918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Add your subscriptions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115568" y="3840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Add the providers and memberships you already pay for.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44568" y="219456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837176" y="2468880"/>
            <a:ext cx="640080" cy="640080"/>
          </a:xfrm>
          <a:prstGeom prst="ellipse">
            <a:avLst/>
          </a:prstGeom>
          <a:solidFill>
            <a:srgbClr val="F7ECD4"/>
          </a:solidFill>
          <a:ln w="12700">
            <a:solidFill>
              <a:srgbClr val="E0A93B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4837176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4837176" y="32918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Perki maps your tier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837176" y="3840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We match every perk to your exact plan. No noise.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266176" y="219456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558784" y="2468880"/>
            <a:ext cx="640080" cy="640080"/>
          </a:xfrm>
          <a:prstGeom prst="ellipse">
            <a:avLst/>
          </a:prstGeom>
          <a:solidFill>
            <a:srgbClr val="F7ECD4"/>
          </a:solidFill>
          <a:ln w="12700">
            <a:solidFill>
              <a:srgbClr val="E0A93B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558784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558784" y="32918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Claim and track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8558784" y="3840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Claim it, track it, and never miss a reset.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EXPERIENCE · 1 OF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marketplace to explore.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comparison site for the perks inside everything you pay for. Search every provider and every tier in one place.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" y="2743200"/>
            <a:ext cx="6583680" cy="3017520"/>
          </a:xfrm>
          <a:prstGeom prst="roundRect">
            <a:avLst>
              <a:gd name="adj" fmla="val 3030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143000" y="297180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account needed.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143000" y="3520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Anyone can browse the full library before they sign up. Think Martin Lewis or a price comparison site.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43000" y="45720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 provider and tier, in one library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 perk priced and categorised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Find the cheapest tier a perk lives in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35240" y="2743200"/>
            <a:ext cx="3703320" cy="3017520"/>
          </a:xfrm>
          <a:prstGeom prst="roundRect">
            <a:avLst>
              <a:gd name="adj" fmla="val 3030"/>
            </a:avLst>
          </a:prstGeom>
          <a:solidFill>
            <a:srgbClr val="2B2A6E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909560" y="3017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9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Open to everyone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909560" y="356616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FEAFB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public library anyone can search, not just members. Free and open, it is the top of the funnel that pulls people in before they ever create an account.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EXPERIENCE · 2 OF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profile that pays you back.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1783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 in and Perki gets personal. It tracks your memberships, your active and inactive perks, and the value you have claimed.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" y="2743200"/>
            <a:ext cx="52578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1430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Your memberships and monthly cost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143000" y="34015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Everything you pay for, totted up in one number.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2743200"/>
            <a:ext cx="52578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67512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Active vs inactive at a glance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6675120" y="34015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See what you use and what you are missing.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822960" y="4251960"/>
            <a:ext cx="52578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143000" y="4434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Mark as used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143000" y="49103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Track the value you claim over time.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355080" y="4251960"/>
            <a:ext cx="5257800" cy="1325880"/>
          </a:xfrm>
          <a:prstGeom prst="roundRect">
            <a:avLst>
              <a:gd name="adj" fmla="val 6897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675120" y="4434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Unclaimed value, falling to zero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6675120" y="49103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running score of money still on the table.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3202A"/>
                </a:solidFill>
                <a:latin typeface="Outfit"/>
              </a:rPr>
              <a:t>See it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757"/>
                </a:solidFill>
                <a:latin typeface="Work Sans"/>
              </a:rPr>
              <a:t>Your daily 7am email, generated from your live perks.</a:t>
            </a:r>
          </a:p>
        </p:txBody>
      </p:sp>
      <p:pic>
        <p:nvPicPr>
          <p:cNvPr id="4" name="Picture 3" descr="Screenshot 2026-06-09 1739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95" y="1627632"/>
            <a:ext cx="3148107" cy="3154680"/>
          </a:xfrm>
          <a:prstGeom prst="rect">
            <a:avLst/>
          </a:prstGeom>
          <a:ln w="12700">
            <a:solidFill>
              <a:srgbClr val="E4DDCB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4910328"/>
            <a:ext cx="342381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6757"/>
                </a:solidFill>
                <a:latin typeface="Work Sans"/>
              </a:rPr>
              <a:t>The morning digest opens with your value at a glance: perks ready, what you have used, and your active memberships.</a:t>
            </a:r>
          </a:p>
        </p:txBody>
      </p:sp>
      <p:pic>
        <p:nvPicPr>
          <p:cNvPr id="6" name="Picture 5" descr="Screenshot 2026-06-09 1742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734" y="1627632"/>
            <a:ext cx="2880225" cy="3154680"/>
          </a:xfrm>
          <a:prstGeom prst="rect">
            <a:avLst/>
          </a:prstGeom>
          <a:ln w="12700">
            <a:solidFill>
              <a:srgbClr val="E4DDC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383938" y="4910328"/>
            <a:ext cx="342381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6757"/>
                </a:solidFill>
                <a:latin typeface="Work Sans"/>
              </a:rPr>
              <a:t>What to use today: time-sensitive perks with one-tap deep links, plus category shortcuts into the marketplace.</a:t>
            </a:r>
          </a:p>
        </p:txBody>
      </p:sp>
      <p:pic>
        <p:nvPicPr>
          <p:cNvPr id="8" name="Picture 7" descr="Screenshot 2026-06-09 1742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5859" y="1627632"/>
            <a:ext cx="3130572" cy="3154680"/>
          </a:xfrm>
          <a:prstGeom prst="rect">
            <a:avLst/>
          </a:prstGeom>
          <a:ln w="12700">
            <a:solidFill>
              <a:srgbClr val="E4DDC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19236" y="4910328"/>
            <a:ext cx="342381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6757"/>
                </a:solidFill>
                <a:latin typeface="Work Sans"/>
              </a:rPr>
              <a:t>All your perks by category, each tagged Perk, Feature or Discount, with reset dates.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989320"/>
            <a:ext cx="11094415" cy="621792"/>
          </a:xfrm>
          <a:prstGeom prst="roundRect">
            <a:avLst/>
          </a:prstGeom>
          <a:solidFill>
            <a:srgbClr val="F7ECD4"/>
          </a:solidFill>
          <a:ln w="12700">
            <a:solidFill>
              <a:srgbClr val="E0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07C1A"/>
                </a:solidFill>
                <a:latin typeface="Outfit"/>
              </a:rPr>
              <a:t>Perki app · screenshots coming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WHY PERKI WINS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Nobody offers a cross-provider perk inventory.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201168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143000" y="215798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Bank &amp; card perks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023360" y="2157984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Monzo, Revolut, Amex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0" y="215798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Only their own perks. One bank, one silo.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22960" y="3172968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143000" y="331927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Cashback &amp; coupons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023360" y="33192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Honey, TopCashback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583680" y="331927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New discounts at checkout. Not what you already own.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22960" y="4334256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43000" y="44805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Cancellation apps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023360" y="44805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Emma, Rocket Money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583680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They help you spend less. We help you use more.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Perki is the only one that pulls every provider into one personal view of value you can act on.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Free for users. We earn from the marketplace.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11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608" y="1783080"/>
            <a:ext cx="7040880" cy="4946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Built, branded, and live.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196596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143000" y="218541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Live product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43000" y="267919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mobile-first web app with a marketplace, profiles, and perk tracking.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55080" y="196596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675120" y="218541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288 perks catalogued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675120" y="267919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Across Monzo, Revolut, Sky and OVO, validated and tier-accurate.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22960" y="384048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143000" y="405993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Real data backend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143000" y="455371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Supabase catalogue holding memberships and per-user perk state.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355080" y="384048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675120" y="405993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Full brand and system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675120" y="455371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Identity, logo, design system and voice, ready to scale.</a:t>
            </a:r>
            <a:endParaRPr lang="en-US" sz="1350" dirty="0"/>
          </a:p>
        </p:txBody>
      </p:sp>
      <p:sp>
        <p:nvSpPr>
          <p:cNvPr id="18" name="TextBox 17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6B6757"/>
                </a:solidFill>
                <a:latin typeface="Work Sans"/>
              </a:rPr>
              <a:t>Live now at </a:t>
            </a:r>
            <a:r>
              <a:rPr sz="1300" b="1">
                <a:solidFill>
                  <a:srgbClr val="B07C1A"/>
                </a:solidFill>
                <a:latin typeface="Work Sans"/>
                <a:hlinkClick r:id="rId4"/>
              </a:rPr>
              <a:t>perki-app.vercel.app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From inventory to marketplace.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219456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115568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Now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115568" y="306324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Deepen the catalogue. Add as many brands and tiers as possible to strengthen the MVP.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544568" y="219456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837176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Next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837176" y="306324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Test with friends across the website, app, and email blast. Sharpen the core loop on real users.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8266176" y="219456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558784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Later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8558784" y="306324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partner portal and API so companies can integrate their perks directly.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7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02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Commercial, technical, shipping.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4572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757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2011680"/>
            <a:ext cx="10515600" cy="2011680"/>
          </a:xfrm>
          <a:prstGeom prst="roundRect">
            <a:avLst>
              <a:gd name="adj" fmla="val 4545"/>
            </a:avLst>
          </a:prstGeom>
          <a:solidFill>
            <a:srgbClr val="FCFAF4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143000" y="2331720"/>
            <a:ext cx="1371600" cy="1371600"/>
          </a:xfrm>
          <a:prstGeom prst="ellipse">
            <a:avLst/>
          </a:prstGeom>
          <a:solidFill>
            <a:srgbClr val="2B2A6E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143000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A9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OG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2834640" y="2468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A6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Ollie Glanville · Founder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834640" y="29718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Commercially-minded operator working across strategy, data and product. Turns messy problems into clear plans and lightweight systems that scale.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A6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Hiring next:  </a:t>
            </a:r>
            <a:pPr indent="0" marL="0">
              <a:buNone/>
            </a:pPr>
            <a:r>
              <a:rPr lang="en-US" sz="1450" dirty="0">
                <a:solidFill>
                  <a:srgbClr val="23202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Technical lead to build API capability.   Analyst to expand the catalogue.</a:t>
            </a:r>
            <a:endParaRPr lang="en-US" sz="1450" dirty="0"/>
          </a:p>
        </p:txBody>
      </p:sp>
      <p:sp>
        <p:nvSpPr>
          <p:cNvPr id="12" name="TextBox 11"/>
          <p:cNvSpPr txBox="1"/>
          <p:nvPr/>
        </p:nvSpPr>
        <p:spPr>
          <a:xfrm>
            <a:off x="822960" y="49834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07C1A"/>
                </a:solidFill>
                <a:latin typeface="Outfit"/>
              </a:rPr>
              <a:t>THE ORIGIN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285232"/>
            <a:ext cx="10515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3202A"/>
                </a:solidFill>
                <a:latin typeface="Work Sans"/>
              </a:rPr>
              <a:t>Perki began at an airport gate, hunting through a jumble of memberships, cards and perks to work out which lounge I could actually use. Bouncing between apps, emails and websites to remember my tier and what I was owed, it struck me as absurd that nothing simply told me what I get. Tired and annoyed, that is where Perki was born: one place to see every perk, benefit, discount and feature you already pay for, and to make sure you actually use them.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3774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Make every perk count.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822960" y="3566160"/>
            <a:ext cx="9875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FEAFB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Perki turns value people already pay for into value they actually use. We are building the layer that sits on top of every subscription you own.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9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Let's talk.  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ollie_glanville@hotmail.co.uk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Perki — Investor Deck v2</dc:title>
  <dc:subject>PptxGenJS Presentation</dc:subject>
  <dc:creator>Perki</dc:creator>
  <cp:lastModifiedBy>Perki</cp:lastModifiedBy>
  <cp:revision>1</cp:revision>
  <dcterms:created xsi:type="dcterms:W3CDTF">2026-06-04T10:31:41Z</dcterms:created>
  <dcterms:modified xsi:type="dcterms:W3CDTF">2026-06-04T10:31:41Z</dcterms:modified>
</cp:coreProperties>
</file>