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31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</a:t>
            </a:r>
            <a:endParaRPr lang="en-US" sz="6400" dirty="0"/>
          </a:p>
        </p:txBody>
      </p:sp>
      <p:sp>
        <p:nvSpPr>
          <p:cNvPr id="4" name="Text 1"/>
          <p:cNvSpPr/>
          <p:nvPr/>
        </p:nvSpPr>
        <p:spPr>
          <a:xfrm>
            <a:off x="868680" y="345643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value you already pay for. Finally in one place.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6868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personal inventory of every perk hidden inside your subscriptions and memberships, across every provider.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Investor overview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pay for plenty. They use a fraction.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Subscriptions have piled up. The perks inside them sit unused, buried in apps and forgotten emails. People pay full price and leave the extras on the table.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949440" y="187452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1984248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£786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9464040" y="203911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average UK household spends on subscriptions a year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355848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132320" y="3465576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in 5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9464040" y="3520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pay for something they barely use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949440" y="4837176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32320" y="4946904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Most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9464040" y="5001768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never claim the perks they are owed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Source: Aqua / Barclays UK subscription studies, 2025.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bill is rising, and so is the waste.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97280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+57%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097280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growth in household subscription spend in three years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44568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18888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£1.6bn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818888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lost a year to forgotten subscriptions, double 2019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66176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54049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£688m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540496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wasted a year on subscriptions people do not use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B2A6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Shoppers watch every pound. Nobody shows them the value they already own. That gap is Perki.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Sources: Citizens Advice; Aqua / Barclays, 2025.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Everyone helps you cancel.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We help you cash in.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market is full of tools that find subscriptions to cut. Perki does the opposite. It shows you the perks you already pay for, so your money finally works.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12000"/>
            <a:ext cx="10515600" cy="9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clean inventory of everything you own and are owed.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23317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43000" y="25511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Everything in one place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4300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Features, perks, discounts and competitions across all your providers.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55080" y="23317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25511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Tier-aware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67512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We show what is actually yours, matched to your exact plan.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11480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14300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Never miss one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143000" y="482803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Reminders before perks reset or expire, by email (weekly or daily) and app notifications.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55080" y="411480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6751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Read-only and private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675120" y="482803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shows you value. It never moves or touches your money.</a:t>
            </a:r>
            <a:endParaRPr lang="en-US" sz="1400" dirty="0"/>
          </a:p>
        </p:txBody>
      </p:sp>
      <p:sp>
        <p:nvSpPr>
          <p:cNvPr id="50" name="Statement"/>
          <p:cNvSpPr/>
          <p:nvPr/>
        </p:nvSpPr>
        <p:spPr>
          <a:xfrm>
            <a:off x="822960" y="1904000"/>
            <a:ext cx="10515600" cy="384000"/>
          </a:xfrm>
          <a:prstGeom prst="roundRect">
            <a:avLst>
              <a:gd name="adj" fmla="val 16667"/>
            </a:avLst>
          </a:prstGeom>
          <a:solidFill>
            <a:srgbClr val="F7ECD4"/>
          </a:solidFill>
          <a:ln w="12700">
            <a:solidFill>
              <a:srgbClr val="E0A93B"/>
            </a:solidFill>
          </a:ln>
        </p:spPr>
        <p:txBody>
          <a:bodyPr wrap="square" lIns="182880" tIns="0" rIns="9144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 is not an AI bot. It's an engagement driver.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multi-billion pound market with an empty corner.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0000"/>
            <a:ext cx="10515600" cy="4766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taps to everything you are owed.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15568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15568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115568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 your subscriptions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115568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 the providers and memberships you already pay for.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44568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37176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37176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837176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 maps your tier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37176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We match every perk to your exact plan. No noise.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66176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558784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58784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558784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Claim and track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558784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Claim it, track it, and never miss a reset.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EXPERIENCE · 1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marketplace to explore.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comparison site for the perks inside everything you pay for. Search every provider and every tier in one place.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2743200"/>
            <a:ext cx="6583680" cy="3017520"/>
          </a:xfrm>
          <a:prstGeom prst="roundRect">
            <a:avLst>
              <a:gd name="adj" fmla="val 3030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43000" y="29718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account needed.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1430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Anyone can browse the full library before they sign up. Think Martin Lewis or a price comparison site.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5720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provider and tier, in one library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perk priced and categorised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Find the cheapest tier a perk lives 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35240" y="2743200"/>
            <a:ext cx="3703320" cy="3017520"/>
          </a:xfrm>
          <a:prstGeom prst="roundRect">
            <a:avLst>
              <a:gd name="adj" fmla="val 3030"/>
            </a:avLst>
          </a:prstGeom>
          <a:solidFill>
            <a:srgbClr val="2B2A6E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90956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Open to everyone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909560" y="3566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public library anyone can search, not just members. Free and open, it is the top of the funnel that pulls people in before they ever create an account.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EXPERIENCE · 2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profile that pays you back.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 in and Perki gets personal. It tracks your memberships, your active and inactive perks, and the value you have claimed.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274320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430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Your memberships and monthly cost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4300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Everything you pay for, totted up in one number.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74320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Active vs inactive at a glance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67512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See what you use and what you are missing.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22960" y="425196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14300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Mark as used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143000" y="49103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Track the value you claim over time.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355080" y="425196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67512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Unclaimed value, falling to zero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675120" y="49103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running score of money still on the table.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PERKI WINS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offers a cross-provider perk inventory.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43000" y="215798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Bank &amp; card perks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023360" y="215798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Monzo, Revolut, Amex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0" y="215798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Only their own perks. One bank, one silo.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3172968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143000" y="33192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Cashback &amp; coupons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023360" y="33192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Honey, TopCashback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83680" y="331927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New discounts at checkout. Not what you already own.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22960" y="4334256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143000" y="4480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Cancellation apps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023360" y="4480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Emma, Rocket Money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836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They help you spend less. We help you use more.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is the only one that pulls every provider into one personal view of value you can act 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Free for users. We earn from the marketplace.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08" y="1783080"/>
            <a:ext cx="7040880" cy="4946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Built, branded, and live.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43000" y="21854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Live product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26791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mobile-first web app with a marketplace, profiles, and perk tracking.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55080" y="196596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21854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288 perks catalogued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75120" y="26791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Across Monzo, Revolut, Sky and OVO, validated and tier-accurate.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143000" y="405993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Real data backend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43000" y="455371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Supabase catalogue holding memberships and per-user perk state.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675120" y="405993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Full brand and system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675120" y="455371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Identity, logo, design system and voice, ready to scale.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From inventory to marketplace.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15568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Now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115568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Deepen the catalogue. Add as many brands and tiers as possible to strengthen the MVP.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544568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37176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Next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837176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Test with friends across the website, app, and email blast. Sharpen the core loop on real users.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8266176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558784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Later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558784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partner portal and API so companies can integrate their perks directly.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Commercial, technical, shipping.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10515600" cy="2011680"/>
          </a:xfrm>
          <a:prstGeom prst="roundRect">
            <a:avLst>
              <a:gd name="adj" fmla="val 454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43000" y="2331720"/>
            <a:ext cx="1371600" cy="1371600"/>
          </a:xfrm>
          <a:prstGeom prst="ellipse">
            <a:avLst/>
          </a:prstGeom>
          <a:solidFill>
            <a:srgbClr val="2B2A6E"/>
          </a:solidFill>
          <a:ln/>
        </p:spPr>
      </p:sp>
      <p:sp>
        <p:nvSpPr>
          <p:cNvPr id="8" name="Text 5"/>
          <p:cNvSpPr/>
          <p:nvPr/>
        </p:nvSpPr>
        <p:spPr>
          <a:xfrm>
            <a:off x="114300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OG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834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Ollie Glanville · Founder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834640" y="29718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Commercially-minded operator working across strategy, data and product. Turns messy problems into clear plans and lightweight systems that scale.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A6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Hiring next:  </a:t>
            </a:r>
            <a:pPr indent="0" marL="0"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Technical lead to build API capability.   Analyst to expand the catalogue.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774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Make every perk count.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822960" y="3566160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turns value people already pay for into value they actually use. We are building the layer that sits on top of every subscription you own.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Let's talk.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ollie_glanville@hotmail.co.uk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Perki — Investor Deck v2</dc:title>
  <dc:subject>PptxGenJS Presentation</dc:subject>
  <dc:creator>Perki</dc:creator>
  <cp:lastModifiedBy>Perki</cp:lastModifiedBy>
  <cp:revision>1</cp:revision>
  <dcterms:created xsi:type="dcterms:W3CDTF">2026-06-04T10:31:41Z</dcterms:created>
  <dcterms:modified xsi:type="dcterms:W3CDTF">2026-06-04T10:31:41Z</dcterms:modified>
</cp:coreProperties>
</file>